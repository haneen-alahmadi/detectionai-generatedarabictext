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Raleway" pitchFamily="2" charset="77"/>
      <p:regular r:id="rId7"/>
      <p:bold r:id="rId8"/>
    </p:embeddedFont>
    <p:embeddedFont>
      <p:font typeface="Raleway Bold" panose="020B0803030101060003" pitchFamily="34" charset="7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97" autoAdjust="0"/>
  </p:normalViewPr>
  <p:slideViewPr>
    <p:cSldViewPr>
      <p:cViewPr varScale="1">
        <p:scale>
          <a:sx n="67" d="100"/>
          <a:sy n="67" d="100"/>
        </p:scale>
        <p:origin x="90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BBD8D8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71750"/>
            <a:ext cx="18288000" cy="7715250"/>
            <a:chOff x="0" y="0"/>
            <a:chExt cx="4816593" cy="203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032000"/>
            </a:xfrm>
            <a:custGeom>
              <a:avLst/>
              <a:gdLst/>
              <a:ahLst/>
              <a:cxnLst/>
              <a:rect l="l" t="t" r="r" b="b"/>
              <a:pathLst>
                <a:path w="4816592" h="2032000">
                  <a:moveTo>
                    <a:pt x="0" y="0"/>
                  </a:moveTo>
                  <a:lnTo>
                    <a:pt x="4816592" y="0"/>
                  </a:lnTo>
                  <a:lnTo>
                    <a:pt x="4816592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BBD8D8"/>
              </a:solidFill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80975"/>
              <a:ext cx="4816593" cy="221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740"/>
                </a:lnSpc>
              </a:pPr>
              <a:r>
                <a:rPr lang="en-US" sz="9100" b="1" dirty="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DETECTION OF AI-GENERATED ARABIC TEXT</a:t>
              </a:r>
            </a:p>
            <a:p>
              <a:pPr algn="ctr">
                <a:lnSpc>
                  <a:spcPts val="12740"/>
                </a:lnSpc>
              </a:pPr>
              <a:endParaRPr lang="en-US" sz="91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8904082" y="0"/>
            <a:ext cx="9383918" cy="3729506"/>
          </a:xfrm>
          <a:custGeom>
            <a:avLst/>
            <a:gdLst/>
            <a:ahLst/>
            <a:cxnLst/>
            <a:rect l="l" t="t" r="r" b="b"/>
            <a:pathLst>
              <a:path w="9383918" h="3729506">
                <a:moveTo>
                  <a:pt x="0" y="0"/>
                </a:moveTo>
                <a:lnTo>
                  <a:pt x="9383918" y="0"/>
                </a:lnTo>
                <a:lnTo>
                  <a:pt x="9383918" y="3729506"/>
                </a:lnTo>
                <a:lnTo>
                  <a:pt x="0" y="3729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A"/>
          </a:p>
        </p:txBody>
      </p:sp>
      <p:sp>
        <p:nvSpPr>
          <p:cNvPr id="9" name="TextBox 9"/>
          <p:cNvSpPr txBox="1"/>
          <p:nvPr/>
        </p:nvSpPr>
        <p:spPr>
          <a:xfrm>
            <a:off x="6995181" y="7707452"/>
            <a:ext cx="4297638" cy="103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Presented by</a:t>
            </a:r>
          </a:p>
          <a:p>
            <a:pPr algn="ctr">
              <a:lnSpc>
                <a:spcPts val="4112"/>
              </a:lnSpc>
              <a:spcBef>
                <a:spcPct val="0"/>
              </a:spcBef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Haneen Alahmadi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165904" cy="10287000"/>
            <a:chOff x="0" y="0"/>
            <a:chExt cx="2424022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4022" cy="3479800"/>
            </a:xfrm>
            <a:custGeom>
              <a:avLst/>
              <a:gdLst/>
              <a:ahLst/>
              <a:cxnLst/>
              <a:rect l="l" t="t" r="r" b="b"/>
              <a:pathLst>
                <a:path w="2424022" h="3479800">
                  <a:moveTo>
                    <a:pt x="0" y="0"/>
                  </a:moveTo>
                  <a:lnTo>
                    <a:pt x="2424022" y="0"/>
                  </a:lnTo>
                  <a:lnTo>
                    <a:pt x="2424022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Freeform 4"/>
          <p:cNvSpPr/>
          <p:nvPr/>
        </p:nvSpPr>
        <p:spPr>
          <a:xfrm>
            <a:off x="256988" y="8335411"/>
            <a:ext cx="2494294" cy="1845777"/>
          </a:xfrm>
          <a:custGeom>
            <a:avLst/>
            <a:gdLst/>
            <a:ahLst/>
            <a:cxnLst/>
            <a:rect l="l" t="t" r="r" b="b"/>
            <a:pathLst>
              <a:path w="2494294" h="1845777">
                <a:moveTo>
                  <a:pt x="0" y="0"/>
                </a:moveTo>
                <a:lnTo>
                  <a:pt x="2494294" y="0"/>
                </a:lnTo>
                <a:lnTo>
                  <a:pt x="2494294" y="1845778"/>
                </a:lnTo>
                <a:lnTo>
                  <a:pt x="0" y="1845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A"/>
          </a:p>
        </p:txBody>
      </p:sp>
      <p:sp>
        <p:nvSpPr>
          <p:cNvPr id="5" name="TextBox 5"/>
          <p:cNvSpPr txBox="1"/>
          <p:nvPr/>
        </p:nvSpPr>
        <p:spPr>
          <a:xfrm>
            <a:off x="1028700" y="3560629"/>
            <a:ext cx="572401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561340"/>
            <a:ext cx="13167325" cy="300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30"/>
              </a:lnSpc>
              <a:spcBef>
                <a:spcPct val="0"/>
              </a:spcBef>
            </a:pPr>
            <a:r>
              <a:rPr lang="en-US" sz="3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</a:t>
            </a:r>
            <a:r>
              <a:rPr lang="en-US" sz="3378" b="1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is project focuses on detecting AI-generated Arabic text using machine learning and transformer-based models to support content authenticity and academic integrity.</a:t>
            </a:r>
          </a:p>
          <a:p>
            <a:pPr marL="0" lvl="0" indent="0" algn="l">
              <a:lnSpc>
                <a:spcPts val="4730"/>
              </a:lnSpc>
              <a:spcBef>
                <a:spcPct val="0"/>
              </a:spcBef>
            </a:pPr>
            <a:endParaRPr lang="en-US" sz="3378" b="1" u="none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0" lvl="0" indent="0" algn="l">
              <a:lnSpc>
                <a:spcPts val="4730"/>
              </a:lnSpc>
              <a:spcBef>
                <a:spcPct val="0"/>
              </a:spcBef>
            </a:pPr>
            <a:endParaRPr lang="en-US" sz="3378" b="1" u="none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5840" y="1716911"/>
            <a:ext cx="13546030" cy="7422966"/>
          </a:xfrm>
          <a:custGeom>
            <a:avLst/>
            <a:gdLst/>
            <a:ahLst/>
            <a:cxnLst/>
            <a:rect l="l" t="t" r="r" b="b"/>
            <a:pathLst>
              <a:path w="13546030" h="7422966">
                <a:moveTo>
                  <a:pt x="0" y="0"/>
                </a:moveTo>
                <a:lnTo>
                  <a:pt x="13546029" y="0"/>
                </a:lnTo>
                <a:lnTo>
                  <a:pt x="13546029" y="7422965"/>
                </a:lnTo>
                <a:lnTo>
                  <a:pt x="0" y="742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24" b="-1324"/>
            </a:stretch>
          </a:blipFill>
        </p:spPr>
        <p:txBody>
          <a:bodyPr/>
          <a:lstStyle/>
          <a:p>
            <a:endParaRPr lang="en-SA"/>
          </a:p>
        </p:txBody>
      </p:sp>
      <p:sp>
        <p:nvSpPr>
          <p:cNvPr id="3" name="TextBox 3"/>
          <p:cNvSpPr txBox="1"/>
          <p:nvPr/>
        </p:nvSpPr>
        <p:spPr>
          <a:xfrm>
            <a:off x="4864569" y="326009"/>
            <a:ext cx="936132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80"/>
              </a:lnSpc>
              <a:spcBef>
                <a:spcPct val="0"/>
              </a:spcBef>
            </a:pPr>
            <a:r>
              <a:rPr lang="en-US" sz="59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05835" cy="10287000"/>
            <a:chOff x="0" y="0"/>
            <a:chExt cx="16607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96" cy="2709333"/>
            </a:xfrm>
            <a:custGeom>
              <a:avLst/>
              <a:gdLst/>
              <a:ahLst/>
              <a:cxnLst/>
              <a:rect l="l" t="t" r="r" b="b"/>
              <a:pathLst>
                <a:path w="1660796" h="2709333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BD8D8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97854" y="2699603"/>
            <a:ext cx="14534675" cy="6286247"/>
          </a:xfrm>
          <a:custGeom>
            <a:avLst/>
            <a:gdLst/>
            <a:ahLst/>
            <a:cxnLst/>
            <a:rect l="l" t="t" r="r" b="b"/>
            <a:pathLst>
              <a:path w="14534675" h="6286247">
                <a:moveTo>
                  <a:pt x="0" y="0"/>
                </a:moveTo>
                <a:lnTo>
                  <a:pt x="14534675" y="0"/>
                </a:lnTo>
                <a:lnTo>
                  <a:pt x="14534675" y="6286247"/>
                </a:lnTo>
                <a:lnTo>
                  <a:pt x="0" y="628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A"/>
          </a:p>
        </p:txBody>
      </p:sp>
      <p:sp>
        <p:nvSpPr>
          <p:cNvPr id="6" name="TextBox 6"/>
          <p:cNvSpPr txBox="1"/>
          <p:nvPr/>
        </p:nvSpPr>
        <p:spPr>
          <a:xfrm>
            <a:off x="4864569" y="326009"/>
            <a:ext cx="936132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80"/>
              </a:lnSpc>
              <a:spcBef>
                <a:spcPct val="0"/>
              </a:spcBef>
            </a:pPr>
            <a:r>
              <a:rPr lang="en-US" sz="59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43173"/>
            <a:ext cx="18288000" cy="6000653"/>
            <a:chOff x="0" y="0"/>
            <a:chExt cx="4816593" cy="1580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80419"/>
            </a:xfrm>
            <a:custGeom>
              <a:avLst/>
              <a:gdLst/>
              <a:ahLst/>
              <a:cxnLst/>
              <a:rect l="l" t="t" r="r" b="b"/>
              <a:pathLst>
                <a:path w="4816592" h="1580419">
                  <a:moveTo>
                    <a:pt x="0" y="0"/>
                  </a:moveTo>
                  <a:lnTo>
                    <a:pt x="4816592" y="0"/>
                  </a:lnTo>
                  <a:lnTo>
                    <a:pt x="4816592" y="1580419"/>
                  </a:lnTo>
                  <a:lnTo>
                    <a:pt x="0" y="1580419"/>
                  </a:lnTo>
                  <a:close/>
                </a:path>
              </a:pathLst>
            </a:custGeom>
            <a:solidFill>
              <a:srgbClr val="BBD8D8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637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54259" y="3946673"/>
            <a:ext cx="9579481" cy="2393655"/>
            <a:chOff x="0" y="0"/>
            <a:chExt cx="2522991" cy="630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991" cy="630428"/>
            </a:xfrm>
            <a:custGeom>
              <a:avLst/>
              <a:gdLst/>
              <a:ahLst/>
              <a:cxnLst/>
              <a:rect l="l" t="t" r="r" b="b"/>
              <a:pathLst>
                <a:path w="2522991" h="630428">
                  <a:moveTo>
                    <a:pt x="0" y="0"/>
                  </a:moveTo>
                  <a:lnTo>
                    <a:pt x="2522991" y="0"/>
                  </a:lnTo>
                  <a:lnTo>
                    <a:pt x="2522991" y="630428"/>
                  </a:lnTo>
                  <a:lnTo>
                    <a:pt x="0" y="630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748C93"/>
              </a:solidFill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522991" cy="639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6999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Macintosh PowerPoint</Application>
  <PresentationFormat>Custom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Raleway Bold</vt:lpstr>
      <vt:lpstr>Arial</vt:lpstr>
      <vt:lpstr>Raleway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Turquois White Minimalist Modern Presentation</dc:title>
  <cp:lastModifiedBy>4725055</cp:lastModifiedBy>
  <cp:revision>1</cp:revision>
  <dcterms:created xsi:type="dcterms:W3CDTF">2006-08-16T00:00:00Z</dcterms:created>
  <dcterms:modified xsi:type="dcterms:W3CDTF">2025-12-15T02:44:04Z</dcterms:modified>
  <dc:identifier>DAG7ivjhg0M</dc:identifier>
</cp:coreProperties>
</file>